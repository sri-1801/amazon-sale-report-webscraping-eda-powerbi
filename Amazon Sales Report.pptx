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5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069B-634B-2D40-37C6-EAE9AFEE6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72515-DF13-FB2B-A578-0AF78C6A9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1CD37-5D55-1C94-28CA-91FBC345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ECAA6-1241-A406-4593-FF83B8BC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FA0E4-C535-58DB-624C-5C14663C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970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ABA23-4204-4909-1386-EE4EB9DE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1DDF9-409A-DB0F-D24E-42550301B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D3FB6-AC9C-6458-238B-2FD7AA88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FA16C-84B3-53FF-876E-90DFDA09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EC51-601D-0F4B-D8B1-2991C0366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23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4FB21-A7CC-C8A9-E4C9-AAFF52E67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A52E2-2571-5BFB-AA90-087B6899F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6DE4C-B734-6198-4C36-A0F27523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E642-1B6E-12D8-6E5C-BAAFBD22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514E8-E727-A32C-135C-933F2DD4E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287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80124-23A4-0977-F07B-26D1E068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D8AEA-F76A-B133-2375-2B6B9A8FE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AF3DF-FBF7-1902-8610-8A3341FDE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718AB-5073-6148-2102-9E86AC5E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A879C-F329-2471-A122-FC3D45921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6A621-D494-8755-229D-E8619D24E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78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0B62-6478-5A7C-B490-7F909328B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62E06-D77A-D41B-21F4-B9A1A0857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4440E-2A43-B7A7-51CD-B60847986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0EBFE-FC04-5754-48C1-D4D6B3336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D44AF3-4844-5932-9D55-38AB1A699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CE041A-E6B4-1881-EB90-49FF6AF2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7EEB5-D988-116A-DF08-4FAB0556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406AF-3DBA-6F99-0B59-5BA3CB862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827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F831-A6DA-1087-4FB1-FC29F7D9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34EEE-C99F-F3C3-907C-44234A02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03BA2-0E70-2BF2-198C-2331F2FD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88E03-1CFA-7B33-5878-40C8B328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883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F44B4-A442-C1F7-05B4-E3CC1C9E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5D4AA-62F6-CB32-84E8-039075BAA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ED3EB-321E-0280-A941-D9099B0A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668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D3BF1-EDDD-BD16-3872-B10905930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D224-B065-1DF1-3EF3-8FFE1E114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17424-C6C5-8331-5A41-C37BBA97E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EEDDB-E10D-2D93-709C-18BD5C6B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12ECF-CC45-EF55-A428-9EA3FFDB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EA891-C1DB-BBC2-EC81-437FFEE5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859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AB39C-BA51-187F-7195-851709CB6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E06D3-5559-DF3F-8131-4A23B883D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172247-ED97-1F1F-743F-7C6194B0D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F6152-3CFE-B618-70D5-0FF736890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927C8-15DA-A73A-1E9E-9B06A7CEE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32CA3-006D-AEFF-646B-CB44D2A01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4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A06F-F0F0-0284-F7C4-0946FA48B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F980E-6855-8561-395D-4B58B278C1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CC331-51A0-6C9D-6348-A938FA757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B14E1-D6B0-7ACE-5811-65DF9BC58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BA282-F941-4581-944E-024EF3F4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90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04FC7A-31BB-D356-41A8-30C88B251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29A56-3C69-56FA-3193-CD52DDD97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F10A5-E0B5-028B-03B0-2771585EE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ADC7-8FF2-E38B-A2DF-5AB09F32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72EE-C521-71B0-4FAF-41E94C089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54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F2815B-08DF-16B0-6AEF-392FC2EA3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D13B0-ECF7-6FC5-F093-C5420736F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5F20C-5148-FFA7-E95A-6BD78D8367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79B16-5D4D-4904-82E0-F9FC96405CE5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F5FC7-6833-0518-C8C1-ACAD09D96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1F122-B6AB-A030-DFE9-4870C3241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92FD7-894D-45D0-A272-0EBEB01065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7408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4C6346-AC44-333F-7A58-D9BA9DB918CC}"/>
              </a:ext>
            </a:extLst>
          </p:cNvPr>
          <p:cNvSpPr txBox="1"/>
          <p:nvPr/>
        </p:nvSpPr>
        <p:spPr>
          <a:xfrm>
            <a:off x="2184400" y="1470075"/>
            <a:ext cx="8067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Report — Performance Analysis Using Python &amp; Power BI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E740B-2408-7FD9-33F9-A18A8C787D3F}"/>
              </a:ext>
            </a:extLst>
          </p:cNvPr>
          <p:cNvSpPr txBox="1"/>
          <p:nvPr/>
        </p:nvSpPr>
        <p:spPr>
          <a:xfrm>
            <a:off x="5334000" y="2650589"/>
            <a:ext cx="5872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latin typeface="+mj-lt"/>
              </a:rPr>
              <a:t>- A comprehensive analysis of Amazon sales performance, category trends, and business insights powered by data analytics.</a:t>
            </a:r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58F3E3-573A-27C0-DA46-46C8B59F217D}"/>
              </a:ext>
            </a:extLst>
          </p:cNvPr>
          <p:cNvSpPr txBox="1"/>
          <p:nvPr/>
        </p:nvSpPr>
        <p:spPr>
          <a:xfrm>
            <a:off x="6096000" y="51034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Dhanujasri Sagadevan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 | Portfolio Project 2025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· Pandas · Power BI ·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GitHub</a:t>
            </a:r>
          </a:p>
        </p:txBody>
      </p:sp>
    </p:spTree>
    <p:extLst>
      <p:ext uri="{BB962C8B-B14F-4D97-AF65-F5344CB8AC3E}">
        <p14:creationId xmlns:p14="http://schemas.microsoft.com/office/powerpoint/2010/main" val="3420658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E2C1C0-55F3-28BF-7496-EFD4E28E8145}"/>
              </a:ext>
            </a:extLst>
          </p:cNvPr>
          <p:cNvSpPr txBox="1"/>
          <p:nvPr/>
        </p:nvSpPr>
        <p:spPr>
          <a:xfrm>
            <a:off x="3403600" y="74497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A6736-B7E6-DAC6-C868-D75EF218C650}"/>
              </a:ext>
            </a:extLst>
          </p:cNvPr>
          <p:cNvSpPr txBox="1"/>
          <p:nvPr/>
        </p:nvSpPr>
        <p:spPr>
          <a:xfrm>
            <a:off x="1137920" y="1720840"/>
            <a:ext cx="102006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sales performance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Amazon dataset to identify trends, top-performing categories, and seasonal sales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Web-scraped product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including price, ratings, category, and customer reviews using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Python.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preprocessing, and exploratory data analysis (EDA)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uncover performance metrics and anomalies.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Power BI dashboard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tracking of revenue, sales distribution, and customer sentiment.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optimize product strategy, pricing, and inventory planning.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A9C970-B330-49D5-88F0-163F448074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0" y="2550160"/>
            <a:ext cx="6187439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58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624D2-D992-2215-FE71-B63828AA99DB}"/>
              </a:ext>
            </a:extLst>
          </p:cNvPr>
          <p:cNvSpPr txBox="1"/>
          <p:nvPr/>
        </p:nvSpPr>
        <p:spPr>
          <a:xfrm>
            <a:off x="2936240" y="39953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&amp;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2AE2F-1DE0-1235-2420-82313D6494E2}"/>
              </a:ext>
            </a:extLst>
          </p:cNvPr>
          <p:cNvSpPr txBox="1"/>
          <p:nvPr/>
        </p:nvSpPr>
        <p:spPr>
          <a:xfrm>
            <a:off x="690880" y="1582341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⚠️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processes millions of transactions daily across diverse product categories. However, identifying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categories and products drive sales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revenue variations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trends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a complex challenge without structured data analysis.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abundant data, businesses often lack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visibility into category-level sales trends, pricing effectiveness, and performance metrics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leading to suboptimal inventory, pricing, and marketing decisions.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short: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There’s a need for a data-driven approach to uncover meaningful sales insights and enhance business performance decisions.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0F7EA5-63E6-F364-F179-687C9BBE0E1E}"/>
              </a:ext>
            </a:extLst>
          </p:cNvPr>
          <p:cNvSpPr/>
          <p:nvPr/>
        </p:nvSpPr>
        <p:spPr>
          <a:xfrm>
            <a:off x="7345680" y="1188721"/>
            <a:ext cx="4155440" cy="537463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project is to conduct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Amazon Sales Performance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clear visibility into revenue patterns and category dynamics.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Goals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and sales data through web scraping using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preprocess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dataset to ensure accuracy and consistency.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sales, ratings, and category trends using Python-based EDA.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metrics and KPIs through a Power BI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 actionable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optimizing pricing, stock management, and marketing focus.</a:t>
            </a:r>
          </a:p>
        </p:txBody>
      </p:sp>
    </p:spTree>
    <p:extLst>
      <p:ext uri="{BB962C8B-B14F-4D97-AF65-F5344CB8AC3E}">
        <p14:creationId xmlns:p14="http://schemas.microsoft.com/office/powerpoint/2010/main" val="226507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7752AD-049D-1D1B-EDD7-E0A853AFE1D9}"/>
              </a:ext>
            </a:extLst>
          </p:cNvPr>
          <p:cNvSpPr txBox="1"/>
          <p:nvPr/>
        </p:nvSpPr>
        <p:spPr>
          <a:xfrm>
            <a:off x="3281680" y="39953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3EF426-E8AC-82A4-3DD5-382D3BA0004B}"/>
              </a:ext>
            </a:extLst>
          </p:cNvPr>
          <p:cNvSpPr txBox="1"/>
          <p:nvPr/>
        </p:nvSpPr>
        <p:spPr>
          <a:xfrm>
            <a:off x="284480" y="1341130"/>
            <a:ext cx="9184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scraped from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Amazon’s product listings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categories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Requests, Pandas)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extract: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,Category ,Price ,Rating ,Reviews Count ,Availability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 and missing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price and category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numeric values for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Final output: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clean, structured dataset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ready for EDA and visualization.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005756CD-40D9-F1FB-170F-D338450019A3}"/>
              </a:ext>
            </a:extLst>
          </p:cNvPr>
          <p:cNvSpPr/>
          <p:nvPr/>
        </p:nvSpPr>
        <p:spPr>
          <a:xfrm>
            <a:off x="8564880" y="2300111"/>
            <a:ext cx="2326640" cy="883920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27DC3CC2-2AE9-F36F-73DD-5893DDFBCC57}"/>
              </a:ext>
            </a:extLst>
          </p:cNvPr>
          <p:cNvSpPr/>
          <p:nvPr/>
        </p:nvSpPr>
        <p:spPr>
          <a:xfrm>
            <a:off x="8575040" y="3701052"/>
            <a:ext cx="2326640" cy="883920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48AD34D2-493E-3C41-3F66-85FBD4DCB77F}"/>
              </a:ext>
            </a:extLst>
          </p:cNvPr>
          <p:cNvSpPr/>
          <p:nvPr/>
        </p:nvSpPr>
        <p:spPr>
          <a:xfrm>
            <a:off x="8575040" y="5232726"/>
            <a:ext cx="2326640" cy="883920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AC43D49-462A-D86F-D3FE-327411A19C06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9728200" y="3184031"/>
            <a:ext cx="10160" cy="517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7E9E209-3FCF-35EC-5153-DD142FDF9DA6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9738360" y="4584972"/>
            <a:ext cx="0" cy="647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64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B62E82-A1B8-2D4F-737F-B63CB92D2303}"/>
              </a:ext>
            </a:extLst>
          </p:cNvPr>
          <p:cNvSpPr txBox="1"/>
          <p:nvPr/>
        </p:nvSpPr>
        <p:spPr>
          <a:xfrm>
            <a:off x="3342640" y="48081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Exploration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4D9EA6-039F-8EC6-9AF1-862B454BE82A}"/>
              </a:ext>
            </a:extLst>
          </p:cNvPr>
          <p:cNvSpPr txBox="1"/>
          <p:nvPr/>
        </p:nvSpPr>
        <p:spPr>
          <a:xfrm>
            <a:off x="1270000" y="1720840"/>
            <a:ext cx="9011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Revenue Categories: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and Home Appliances drove the highest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Trends: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 priced mid-range (₹1,000–₹5,000) had the highest sales volume.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Products with ≥4.5 stars dominated top-selling items.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Count Correlation: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review count correlated with higher sales.</a:t>
            </a:r>
          </a:p>
        </p:txBody>
      </p:sp>
    </p:spTree>
    <p:extLst>
      <p:ext uri="{BB962C8B-B14F-4D97-AF65-F5344CB8AC3E}">
        <p14:creationId xmlns:p14="http://schemas.microsoft.com/office/powerpoint/2010/main" val="380595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4EC292-F5F8-281E-88D0-213E6C73D30A}"/>
              </a:ext>
            </a:extLst>
          </p:cNvPr>
          <p:cNvSpPr txBox="1"/>
          <p:nvPr/>
        </p:nvSpPr>
        <p:spPr>
          <a:xfrm>
            <a:off x="721360" y="430014"/>
            <a:ext cx="110337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&amp; Category Insights — Power BI Dashboard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8F7C56E-C43D-3811-4413-3616073B6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85" y="1689553"/>
            <a:ext cx="3724795" cy="2191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C845CF-195D-F6FA-6714-D6EEE631D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60" y="1689553"/>
            <a:ext cx="3696216" cy="23815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2ED680-096D-BA86-30C4-6D94087029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117" y="4456066"/>
            <a:ext cx="2381582" cy="180047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55D4843-1786-2E8F-2684-E5E1E0B122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46" y="4289090"/>
            <a:ext cx="3134162" cy="2372056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FADCB0-C068-F5D7-92B1-87DAC954DF06}"/>
              </a:ext>
            </a:extLst>
          </p:cNvPr>
          <p:cNvSpPr/>
          <p:nvPr/>
        </p:nvSpPr>
        <p:spPr>
          <a:xfrm>
            <a:off x="8778240" y="1430605"/>
            <a:ext cx="3291840" cy="466539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High-rated electronics drive majority of revenue.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Mid-priced products attract maximum buyers.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peaks align with major discount periods.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Top-selling categories dominate inventory strategy decisions.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241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32C6BA-ACA7-13E7-D7AA-55435CECB412}"/>
              </a:ext>
            </a:extLst>
          </p:cNvPr>
          <p:cNvSpPr txBox="1"/>
          <p:nvPr/>
        </p:nvSpPr>
        <p:spPr>
          <a:xfrm>
            <a:off x="2468880" y="531614"/>
            <a:ext cx="827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Business Implications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1BDEA-259F-78E3-958A-B81BE5664BDD}"/>
              </a:ext>
            </a:extLst>
          </p:cNvPr>
          <p:cNvSpPr txBox="1"/>
          <p:nvPr/>
        </p:nvSpPr>
        <p:spPr>
          <a:xfrm>
            <a:off x="670560" y="1690062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Home Appliances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total revenue, accounting for the highest profit contribution.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priced products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(₹1,000–₹5,000) deliver optimal sales volume and steady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High-rated products (≥4.5 stars)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outperform in both conversion and retention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engagement (reviews)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strongly correlates with product success.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peaks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 during major discount and festive periods, indicating high marketing ROI opportunities.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639ECB-798F-BBFF-95BE-E439B061B69D}"/>
              </a:ext>
            </a:extLst>
          </p:cNvPr>
          <p:cNvSpPr/>
          <p:nvPr/>
        </p:nvSpPr>
        <p:spPr>
          <a:xfrm>
            <a:off x="7183120" y="1524000"/>
            <a:ext cx="4704080" cy="46228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Implications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Inventory Optimization: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Prioritize stocking and restocking of high-demand categories.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Strategy: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 competitive pricing in mid-range segments to sustain momentum.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Focus: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Amplify campaigns for top-rated and high-reviewed products.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Experience: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Encourage review feedback loops to drive credibility and trust.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Forecasting: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Plan promotions and logistics ahead of known sales peaks.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471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A5E3A3-8B93-57B3-B887-B083C85E7580}"/>
              </a:ext>
            </a:extLst>
          </p:cNvPr>
          <p:cNvSpPr txBox="1"/>
          <p:nvPr/>
        </p:nvSpPr>
        <p:spPr>
          <a:xfrm>
            <a:off x="3403600" y="37921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C2976-FEB0-884D-0FC6-1182DAC88034}"/>
              </a:ext>
            </a:extLst>
          </p:cNvPr>
          <p:cNvSpPr txBox="1"/>
          <p:nvPr/>
        </p:nvSpPr>
        <p:spPr>
          <a:xfrm>
            <a:off x="619760" y="1649720"/>
            <a:ext cx="60960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Amazon Sales Analysis successfully revealed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sales patterns, pricing effectiveness, and category performance drivers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(for data collection &amp; EDA)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(for visualization &amp; insights)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exploration showed that: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&amp; Home Appliances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top revenue contributors.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pricing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delivers optimal conversions.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High-rated and frequently reviewed products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 sales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promotions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directly influence customer purchase behavior.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D02BC3-2E6E-9B85-5301-88BE06BB154F}"/>
              </a:ext>
            </a:extLst>
          </p:cNvPr>
          <p:cNvSpPr/>
          <p:nvPr/>
        </p:nvSpPr>
        <p:spPr>
          <a:xfrm>
            <a:off x="7122160" y="1649720"/>
            <a:ext cx="4724400" cy="444628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High-Performing Categories: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Invest more in Electronics and Home Appliances inventory and marketing.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Pricing Models: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Maintain competitive mid-range pricing to maximize revenue.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 Reviews: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Encourage customers to leave feedback to boost trust and ranking.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Sales Peaks: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Align marketing and logistics with seasonal demand patterns.</a:t>
            </a: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Analysis: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 external data (competitor pricing, regional trends) for deeper insights.</a:t>
            </a:r>
          </a:p>
          <a:p>
            <a:pPr algn="ctr"/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0173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80C715-1FDD-4F88-ABC0-1CC5C3EBDCC8}" vid="{0BA73251-4A94-40B6-A987-673874C543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367</TotalTime>
  <Words>828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Dhanujasri S</dc:creator>
  <cp:lastModifiedBy>Dhanujasri S</cp:lastModifiedBy>
  <cp:revision>1</cp:revision>
  <dcterms:created xsi:type="dcterms:W3CDTF">2025-10-26T10:31:16Z</dcterms:created>
  <dcterms:modified xsi:type="dcterms:W3CDTF">2025-10-26T16:38:41Z</dcterms:modified>
</cp:coreProperties>
</file>